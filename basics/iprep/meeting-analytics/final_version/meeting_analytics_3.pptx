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5"/>
  </p:normalViewPr>
  <p:slideViewPr>
    <p:cSldViewPr snapToGrid="0" snapToObjects="1">
      <p:cViewPr varScale="1">
        <p:scale>
          <a:sx n="133" d="100"/>
          <a:sy n="133" d="100"/>
        </p:scale>
        <p:origin x="168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423160"/>
            <a:ext cx="10698480" cy="64008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1B2A4A"/>
                </a:solidFill>
              </a:rPr>
              <a:t>Transcript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2A4A"/>
                </a:solidFill>
              </a:rPr>
              <a:t>AegisCloud Meeting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</a:rPr>
              <a:t>Theme classification and actionable insights from 100 customer meetings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</a:rPr>
              <a:t>Approach 1 — Rule-Based Keyword Matching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194560" cy="29260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Every theme must be hand-coded — anything unexpected is invisible to the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"Pipeline failure" and "ingestion outage" mean the same thing; the rules treat them as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Each product change or new customer term requires a manual update — breaks silently with no warning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</a:rPr>
              <a:t>Approach 2 — TF-IDF + KMeans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194560" cy="29260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Number of themes must be guessed upfront — wrong K forces unrelated topics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Bag-of-words misses meaning: "outage remediation" and "post-mortem" treated as unrelated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Theme names are mechanical — top centroid terms like "renewal / competitive / pricing / outage"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</a:rPr>
              <a:t>Approach 3 — Embeddings + HDBSCAN +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194560" cy="29260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Each topic phrase embedded independently — a meeting about HIPAA and API failures maps to two distinct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HDBSCAN found 26 themes from the data — no K required, density-adaptive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LLM names the clusters, it does not form them — the hard work is done by the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</a:rPr>
              <a:t>Database Schema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8580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37160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6 base tables loaded from raw JSON — meetings, summaries, key moments, action items, participants, transcripts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27432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3 semantic tables loaded from clustering — all insight queries join both layers in one schema with no cross-database joins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Meeting Breakdown by Call Type and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441799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100 meetings: roughly half support, a quarter renewals, a quarter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429286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44444"/>
                </a:solidFill>
              </a:rPr>
              <a:t>• Detect and Comply appear in the most meetings across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41677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Sets the scale before any analysis begins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455" y="699536"/>
            <a:ext cx="6684745" cy="45173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UMAP Scatter — 343 Topic Phrases, 26 Clusters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Each dot is a topic phrase from meeting summaries, coloured by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26 themes emerged naturally — no K was specified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 phrases cluster tightly together; Comply sits as a separate island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Theme Sentiment Heatmap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All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Sorted most negative (top) to most positive (bottom)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Detect-related themes dominate the red zone; Comply dominates the green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One product is in crisis — the other is the strongest asset in the portfolio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6400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Churn Signals by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Sales, 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49499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44444"/>
                </a:solidFill>
              </a:rPr>
              <a:t>• Churn signals = moments where customers explicitly expressed risk of leaving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4023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 generates far more churn signals than any other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394635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Direct input for account prioritisation and recovery planning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416580"/>
            <a:ext cx="6858000" cy="57050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Accounts Needing Immediate Follow-Up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Sales, 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398485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38 meetings with negative sentiment and explicit churn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417736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Ranked by severity — top rows are the most urgent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410036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Action list, not a trend — these accounts need a call this week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433" y="500514"/>
            <a:ext cx="6944832" cy="53323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Which Products Are Generating the Most Risk?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Engineering,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Three signals per product: total meetings, technical issues, and churn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Detect leads on both technical issues and churn — the outage created a long 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Shows which product needs reliability investment first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42762"/>
            <a:ext cx="6309360" cy="51591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Where Customers Are Happy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Product, Marketing, Sales, 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Comply has the highest praise density of any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Comply renewal conversations are the most positive in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Comply v2 is the good news story to pair with the Detect recovery message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"/>
            <a:ext cx="6309360" cy="53516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How the Detect Outage Affected Renewal Calls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Engineering,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49499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44444"/>
                </a:solidFill>
              </a:rPr>
              <a:t>• Renewal meetings mentioning Detect are significantly more negative than those that do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449499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Over half of Detect renewal meetings carry an explicit churn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432174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44444"/>
                </a:solidFill>
              </a:rPr>
              <a:t>• Outage conversations are bleeding into commercial calls that should be about growth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758" y="841248"/>
            <a:ext cx="7181539" cy="37500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What Customers Are Asking For and How Urgently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Product (CPO)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Same feature request carries different urgency depending on the account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Blocked (red) = at-risk customer — treat as P0 and act immediately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Growing (green) = healthy account asking for more — add to the roadmap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905" y="182880"/>
            <a:ext cx="6309360" cy="56404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</a:rPr>
              <a:t>Who Owns the Follow-Up 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2011680" cy="2560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For: Operations, Engineering, CS,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70675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44444"/>
                </a:solidFill>
              </a:rPr>
              <a:t>• Left: which themes generate the most follow-up actions across all meetings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47088"/>
            <a:ext cx="470675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444444"/>
                </a:solidFill>
              </a:rPr>
              <a:t>• Engineering carries the heaviest Detect load — reliability slips delay Comply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05456"/>
            <a:ext cx="470675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Identifies where capacity bottlenecks sit before they become a problem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886" y="228600"/>
            <a:ext cx="6992754" cy="53792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Three Things to Act On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24358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Fix Detect reliability before the next QBR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64207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It is the #1 churn driver across the dataset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834639"/>
            <a:ext cx="502920" cy="502920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98063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Call the 38 high-risk accounts 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18687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CCCCCC"/>
                </a:solidFill>
              </a:rPr>
              <a:t>They have negative sentiment and explicit churn signals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389120"/>
            <a:ext cx="502920" cy="502920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5254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Lead with Comply v2 for at-risk Detect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7731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Give them a reason to stay, not just an apology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777777"/>
                </a:solidFill>
              </a:rPr>
              <a:t>Vikrant Potnis  |  vikrant.potnis@gmail.com  |  Prepared for Aziro (client Rubrik)  |  May 11,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1162</Words>
  <Application>Microsoft Macintosh PowerPoint</Application>
  <PresentationFormat>Custom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Pramada Potnis</cp:lastModifiedBy>
  <cp:revision>2</cp:revision>
  <dcterms:created xsi:type="dcterms:W3CDTF">2013-01-27T09:14:16Z</dcterms:created>
  <dcterms:modified xsi:type="dcterms:W3CDTF">2026-05-11T17:07:47Z</dcterms:modified>
  <cp:category/>
</cp:coreProperties>
</file>